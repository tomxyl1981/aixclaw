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四川林燊商贸有限公司</a:t>
            </a:r>
          </a:p>
          <a:p>
            <a:pPr algn="ctr">
              <a:defRPr sz="2800">
                <a:solidFill>
                  <a:srgbClr val="FFDFBA"/>
                </a:solidFill>
              </a:defRPr>
            </a:pPr>
            <a:r>
              <a:t>柔性定制 · 更懂餐饮 · 合作 · 创新 · 共赢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关于我们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坐落于四川成都郫都川菜产业园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深耕餐饮调味领域十年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专注火锅底料产业链深度开发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为餐饮企业定制标准化底料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集研发、生产、定制与销售为一体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双资质认证：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HALAL清真认证（5101240047）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出口食品生产企业备案（7900/17044）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旗下品牌「林燊」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核心竞争力：真材实料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品牌承诺：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拒绝以低价竞争牺牲品质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坚持用真材实料构筑产品壁垒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食材真实、工艺真诚、数据真实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企业愿景：成为全球餐饮调料领域的中国真味标杆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企业使命：让世界共享中国餐饮调料好味道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为什么选择我们？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深度赋能：品类调研+产品推荐+全周期跟踪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全品类覆盖：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火锅调味料全品类生产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多味型适配区域市场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欧盟级原料溯源+零添加工艺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千家门店实证复购率91%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真诚利他：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供应链资源对接（不拿回扣）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免费一对一技术指导服务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01 | 牛油火锅系列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牛油9号/A号：新派畅销款，性价比高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牛油老火锅2/5/7号：重庆风味，重油重辣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重庆水火锅：可以喝汤的火锅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藤椒牛油底料：清一色藤椒风味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真香锅无渣牛油油料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浓香/酱香/兼香型牛油：混合一体化包装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经典牛油混合料M号：三合一包装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02 | 清油火锅系列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2号清油底料：清爽不上火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4号清油底料：纯菜籽油，适合东三省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经典清油混合料W号：三合一包装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真香锅清油火锅底料：适合地摊、中餐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03 | 三合一系列（清汤/酸汤）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番茄底料2号/黄金板栗鸡底料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2号松茸菌汤/骨汤膏/黄金松茸牛肝菌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贵州红酸汤/泰式冬阴功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酸辣金汤/经典酸菜/酸汤肥牛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牛骨汤/翘脚牛骨汤/草本汤锅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04 | 鱼蛙火锅系列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美蛙鱼底料：爆款红汤麻辣，高性价比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麻辣香水鱼底料/霸王鱼底料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青椒椒麻底料/金汤泡椒鱼底料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酸萝卜鱼底料/酸菜鱼底料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贵州酸汤鱼底料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05 | 鸡兔牛杂系列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渣渣牛肉火锅底料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混合油牛杂火锅底料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鸡兔牛油底料/鸡兔混合油底料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猪肚鸡底料/花胶鸡底料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柴火鸡底料/鸡公煲底料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06 | 串串火锅系列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混合油热锅串串底料：30%牛油+70%清油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纯牛油热锅串串底料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混合油冷锅串串底料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纯清油冷锅串串底料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07 | 麻辣烫系列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麻辣烫底料/盘盘麻辣烫底料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番茄麻辣烫底料/藤椒麻辣烫底料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酸辣金汤麻辣烫底料/三鲜骨汤麻辣烫底料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北方麻辣烫底料：含奶粉配方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08 | 冒菜系列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冒菜底料/冒烤鸭底料/干拌冒菜底料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番茄/藤椒/酸辣金汤/三鲜骨汤冒菜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贵州酸汤冒菜/冬阴功冒菜/酱香卤味冒菜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09 | 钵钵鸡系列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钵钵鸡红油：渣少，乐山特色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藤椒钵钵鸡底料/酸辣金汤钵钵鸡底料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冷沾沾红油：辣椒香，无渣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10 | 火锅蘸酱系列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菌王酱、豆豉酱、香辣酱、香辣牛肉酱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沙茶酱、XO酱、青椒椒麻酱、蒜蓉酱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适用于火锅、烧烤、串串等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11 | 小龙虾系列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香辣小龙虾底料/蒜泥小龙虾底料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油焖小龙虾底料/十三香小龙虾底料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辣卤小龙虾底料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12 | 辣卤系列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辣卤底料：经典辣卤、香卤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应用于现捞卤味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13 | 干锅系列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香辣干锅底料：适用虾蟹、鱼蛙、鸡兔等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酱香干锅底料/藤椒干锅底料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香辣孜然干锅底料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14 | 烤鱼系列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香辣/香辣孜然/青椒椒麻烤鱼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酸汤金汤/蒜泥/酱香烤鱼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豆豉/泡椒/番茄/贵州红酸汤烤鱼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酸萝卜/冬阴功/经典酸菜/藿香烤鱼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15 | 米线/粉面系列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麻辣/酸辣金汤/三鲜清汤米线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藤椒/番茄/经典酸菜米线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泡椒/贵州红酸汤米线底料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酸辣粉红油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16 | 砂锅/水煮系列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麻辣砂锅/酸辣金汤砂锅/三鲜清汤砂锅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青花椒水煮/金汤水煮/水煮肉片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17 | 中餐炒菜/烧菜系列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凉拌红油/小炒汁/爆炒酱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麻辣香锅底料/烧菜底料/回锅肉底料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麻婆豆腐底料/毛血旺底料/蹄花骨汤料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18 | 通用辅料系列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蘸料撒料：辣椒干碟面、麻辣烧烤撒料、孜然五香烧烤撒料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腌料粉类：调味粉、腌肉粉、腌鱼粉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油类：香油、腌肉红油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实力见证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累计服务超 10000+ 餐饮门店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覆盖业态：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火锅 | 鱼火锅 | 冒菜 | 串串 | 烤鱼 | 小龙虾 | 中餐 | 粉面小吃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核心优势：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10年专注 | 1万+门店实证 | 自有工厂 | 资质齐全 | 柔性定制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联系我们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公司名称：四川林燊商贸有限公司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工厂地址：四川省成都市郫都区永盛村300号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联系人：张女士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联系电话：13438486575</a:t>
            </a: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2814"/>
                </a:solidFill>
              </a:defRPr>
            </a:pPr>
            <a:r>
              <a:t>欢迎致电咨询，获取免费样品及一对一技术指导服务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